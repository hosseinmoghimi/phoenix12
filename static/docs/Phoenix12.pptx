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698370-EEB0-42E8-BB89-4C0AB61761C9}" type="doc">
      <dgm:prSet loTypeId="urn:microsoft.com/office/officeart/2005/8/layout/architecture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25F88A2-81BB-4861-B372-B4957678A22D}">
      <dgm:prSet phldrT="[Text]" phldr="0"/>
      <dgm:spPr/>
      <dgm:t>
        <a:bodyPr/>
        <a:lstStyle/>
        <a:p>
          <a:r>
            <a:rPr lang="en-US" dirty="0"/>
            <a:t>Blog</a:t>
          </a:r>
        </a:p>
      </dgm:t>
    </dgm:pt>
    <dgm:pt modelId="{0FA1DF7D-3A7B-4249-AE10-30E02D9F3EDE}" type="parTrans" cxnId="{8FB8D7BC-3926-4DBE-839F-58DA297B7F61}">
      <dgm:prSet/>
      <dgm:spPr/>
      <dgm:t>
        <a:bodyPr/>
        <a:lstStyle/>
        <a:p>
          <a:endParaRPr lang="en-US"/>
        </a:p>
      </dgm:t>
    </dgm:pt>
    <dgm:pt modelId="{67387F34-39FD-43D0-9373-B9F6758B6F8C}" type="sibTrans" cxnId="{8FB8D7BC-3926-4DBE-839F-58DA297B7F61}">
      <dgm:prSet/>
      <dgm:spPr/>
      <dgm:t>
        <a:bodyPr/>
        <a:lstStyle/>
        <a:p>
          <a:endParaRPr lang="en-US"/>
        </a:p>
      </dgm:t>
    </dgm:pt>
    <dgm:pt modelId="{DC94F324-D8B3-40FD-B37A-258C45416706}">
      <dgm:prSet phldrT="[Text]" phldr="0"/>
      <dgm:spPr/>
      <dgm:t>
        <a:bodyPr/>
        <a:lstStyle/>
        <a:p>
          <a:r>
            <a:rPr lang="en-US" dirty="0"/>
            <a:t>Accounting</a:t>
          </a:r>
        </a:p>
      </dgm:t>
    </dgm:pt>
    <dgm:pt modelId="{7CA4F31B-CE03-4042-8C5A-3D88779935AF}" type="parTrans" cxnId="{01C899B7-C5E7-4332-AB77-DC15EC5217E1}">
      <dgm:prSet/>
      <dgm:spPr/>
      <dgm:t>
        <a:bodyPr/>
        <a:lstStyle/>
        <a:p>
          <a:endParaRPr lang="en-US"/>
        </a:p>
      </dgm:t>
    </dgm:pt>
    <dgm:pt modelId="{58100D4F-1435-46B8-8EE2-4518BB178873}" type="sibTrans" cxnId="{01C899B7-C5E7-4332-AB77-DC15EC5217E1}">
      <dgm:prSet/>
      <dgm:spPr/>
      <dgm:t>
        <a:bodyPr/>
        <a:lstStyle/>
        <a:p>
          <a:endParaRPr lang="en-US"/>
        </a:p>
      </dgm:t>
    </dgm:pt>
    <dgm:pt modelId="{F5A08125-AE87-452F-885E-93ED169C1462}">
      <dgm:prSet phldrT="[Text]" phldr="0"/>
      <dgm:spPr/>
      <dgm:t>
        <a:bodyPr/>
        <a:lstStyle/>
        <a:p>
          <a:r>
            <a:rPr lang="en-US" dirty="0"/>
            <a:t>Market</a:t>
          </a:r>
        </a:p>
      </dgm:t>
    </dgm:pt>
    <dgm:pt modelId="{76BB03F5-CD18-4459-B3AC-1370D0769B58}" type="parTrans" cxnId="{BCC77289-9D96-4BC2-81B7-D218B4BF0A84}">
      <dgm:prSet/>
      <dgm:spPr/>
      <dgm:t>
        <a:bodyPr/>
        <a:lstStyle/>
        <a:p>
          <a:endParaRPr lang="en-US"/>
        </a:p>
      </dgm:t>
    </dgm:pt>
    <dgm:pt modelId="{B919BFDA-047A-48BB-AC52-F857FC35F6B5}" type="sibTrans" cxnId="{BCC77289-9D96-4BC2-81B7-D218B4BF0A84}">
      <dgm:prSet/>
      <dgm:spPr/>
      <dgm:t>
        <a:bodyPr/>
        <a:lstStyle/>
        <a:p>
          <a:endParaRPr lang="en-US"/>
        </a:p>
      </dgm:t>
    </dgm:pt>
    <dgm:pt modelId="{36E0D3B4-8E39-449E-B4E1-8FA36A7406BC}">
      <dgm:prSet phldrT="[Text]" phldr="0"/>
      <dgm:spPr/>
      <dgm:t>
        <a:bodyPr/>
        <a:lstStyle/>
        <a:p>
          <a:r>
            <a:rPr lang="en-US" dirty="0"/>
            <a:t>attachments</a:t>
          </a:r>
        </a:p>
      </dgm:t>
    </dgm:pt>
    <dgm:pt modelId="{684A61DB-B544-41BA-AE11-9FE7A2544A32}" type="parTrans" cxnId="{EFDAFB4F-55C7-4494-A010-9E54F9B53031}">
      <dgm:prSet/>
      <dgm:spPr/>
      <dgm:t>
        <a:bodyPr/>
        <a:lstStyle/>
        <a:p>
          <a:endParaRPr lang="en-US"/>
        </a:p>
      </dgm:t>
    </dgm:pt>
    <dgm:pt modelId="{F952D9AF-4A32-42A5-9B32-1D4F865360D7}" type="sibTrans" cxnId="{EFDAFB4F-55C7-4494-A010-9E54F9B53031}">
      <dgm:prSet/>
      <dgm:spPr/>
      <dgm:t>
        <a:bodyPr/>
        <a:lstStyle/>
        <a:p>
          <a:endParaRPr lang="en-US"/>
        </a:p>
      </dgm:t>
    </dgm:pt>
    <dgm:pt modelId="{2916BC42-33D3-4BED-9308-E8F5BF61F8C5}">
      <dgm:prSet phldrT="[Text]" phldr="0"/>
      <dgm:spPr/>
      <dgm:t>
        <a:bodyPr/>
        <a:lstStyle/>
        <a:p>
          <a:r>
            <a:rPr lang="en-US" dirty="0"/>
            <a:t>Organization</a:t>
          </a:r>
        </a:p>
      </dgm:t>
    </dgm:pt>
    <dgm:pt modelId="{29D236CC-AE58-40DF-9998-B7343A4521A9}" type="parTrans" cxnId="{5A06AC0A-9C33-46E3-B8BB-CF02F51E4FF6}">
      <dgm:prSet/>
      <dgm:spPr/>
      <dgm:t>
        <a:bodyPr/>
        <a:lstStyle/>
        <a:p>
          <a:endParaRPr lang="en-US"/>
        </a:p>
      </dgm:t>
    </dgm:pt>
    <dgm:pt modelId="{FCBA4B45-8F20-4490-9705-25558218EABA}" type="sibTrans" cxnId="{5A06AC0A-9C33-46E3-B8BB-CF02F51E4FF6}">
      <dgm:prSet/>
      <dgm:spPr/>
      <dgm:t>
        <a:bodyPr/>
        <a:lstStyle/>
        <a:p>
          <a:endParaRPr lang="en-US"/>
        </a:p>
      </dgm:t>
    </dgm:pt>
    <dgm:pt modelId="{51FFEE62-A9BE-4AB0-AD6D-E1BBD7EE22A2}">
      <dgm:prSet phldrT="[Text]" phldr="0"/>
      <dgm:spPr/>
      <dgm:t>
        <a:bodyPr/>
        <a:lstStyle/>
        <a:p>
          <a:r>
            <a:rPr lang="en-US"/>
            <a:t>Project manager</a:t>
          </a:r>
          <a:endParaRPr lang="en-US" dirty="0"/>
        </a:p>
      </dgm:t>
    </dgm:pt>
    <dgm:pt modelId="{F14C9752-2E94-40EF-9F53-14D65AE90DA6}" type="parTrans" cxnId="{C7478BAD-3FE2-499F-9674-97337CB8422D}">
      <dgm:prSet/>
      <dgm:spPr/>
      <dgm:t>
        <a:bodyPr/>
        <a:lstStyle/>
        <a:p>
          <a:endParaRPr lang="en-US"/>
        </a:p>
      </dgm:t>
    </dgm:pt>
    <dgm:pt modelId="{CC4F9663-7E5E-4ACD-87C1-68954246A7F8}" type="sibTrans" cxnId="{C7478BAD-3FE2-499F-9674-97337CB8422D}">
      <dgm:prSet/>
      <dgm:spPr/>
      <dgm:t>
        <a:bodyPr/>
        <a:lstStyle/>
        <a:p>
          <a:endParaRPr lang="en-US"/>
        </a:p>
      </dgm:t>
    </dgm:pt>
    <dgm:pt modelId="{073D2A26-44F7-4FA6-A100-2E33EC449EF3}">
      <dgm:prSet phldrT="[Text]" phldr="0"/>
      <dgm:spPr/>
      <dgm:t>
        <a:bodyPr/>
        <a:lstStyle/>
        <a:p>
          <a:r>
            <a:rPr lang="en-US"/>
            <a:t>cafe</a:t>
          </a:r>
          <a:endParaRPr lang="en-US" dirty="0"/>
        </a:p>
      </dgm:t>
    </dgm:pt>
    <dgm:pt modelId="{B48B7DB5-2396-4837-B270-064403867CD0}" type="parTrans" cxnId="{AFF544C3-5D7B-4EE3-A57C-F8A5390EB816}">
      <dgm:prSet/>
      <dgm:spPr/>
    </dgm:pt>
    <dgm:pt modelId="{D6CB9149-D41F-499A-835A-2E920F3235B7}" type="sibTrans" cxnId="{AFF544C3-5D7B-4EE3-A57C-F8A5390EB816}">
      <dgm:prSet/>
      <dgm:spPr/>
    </dgm:pt>
    <dgm:pt modelId="{F8A0A7C4-3942-4E9A-9996-4CA14C69807A}" type="pres">
      <dgm:prSet presAssocID="{40698370-EEB0-42E8-BB89-4C0AB61761C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0A6635C-43BC-43E9-BA8B-C84E1A25E838}" type="pres">
      <dgm:prSet presAssocID="{36E0D3B4-8E39-449E-B4E1-8FA36A7406BC}" presName="vertOne" presStyleCnt="0"/>
      <dgm:spPr/>
    </dgm:pt>
    <dgm:pt modelId="{7ECA33D7-2086-475A-A6C1-EDFE0634FB98}" type="pres">
      <dgm:prSet presAssocID="{36E0D3B4-8E39-449E-B4E1-8FA36A7406BC}" presName="txOne" presStyleLbl="node0" presStyleIdx="0" presStyleCnt="1">
        <dgm:presLayoutVars>
          <dgm:chPref val="3"/>
        </dgm:presLayoutVars>
      </dgm:prSet>
      <dgm:spPr/>
    </dgm:pt>
    <dgm:pt modelId="{93B04724-A942-45B4-B757-1B7302B1243C}" type="pres">
      <dgm:prSet presAssocID="{36E0D3B4-8E39-449E-B4E1-8FA36A7406BC}" presName="parTransOne" presStyleCnt="0"/>
      <dgm:spPr/>
    </dgm:pt>
    <dgm:pt modelId="{1D281671-80EA-440A-9AB0-364DAAC30497}" type="pres">
      <dgm:prSet presAssocID="{36E0D3B4-8E39-449E-B4E1-8FA36A7406BC}" presName="horzOne" presStyleCnt="0"/>
      <dgm:spPr/>
    </dgm:pt>
    <dgm:pt modelId="{C7D1DF29-0B09-4668-A427-490185B9C326}" type="pres">
      <dgm:prSet presAssocID="{925F88A2-81BB-4861-B372-B4957678A22D}" presName="vertTwo" presStyleCnt="0"/>
      <dgm:spPr/>
    </dgm:pt>
    <dgm:pt modelId="{DBD45AE1-0F25-40E5-9B34-BC58528B222B}" type="pres">
      <dgm:prSet presAssocID="{925F88A2-81BB-4861-B372-B4957678A22D}" presName="txTwo" presStyleLbl="node2" presStyleIdx="0" presStyleCnt="2">
        <dgm:presLayoutVars>
          <dgm:chPref val="3"/>
        </dgm:presLayoutVars>
      </dgm:prSet>
      <dgm:spPr/>
    </dgm:pt>
    <dgm:pt modelId="{108B4E6E-6192-433C-BAF4-AACFA0AA3487}" type="pres">
      <dgm:prSet presAssocID="{925F88A2-81BB-4861-B372-B4957678A22D}" presName="horzTwo" presStyleCnt="0"/>
      <dgm:spPr/>
    </dgm:pt>
    <dgm:pt modelId="{E7DF8963-B524-4786-861F-0362B376C445}" type="pres">
      <dgm:prSet presAssocID="{67387F34-39FD-43D0-9373-B9F6758B6F8C}" presName="sibSpaceTwo" presStyleCnt="0"/>
      <dgm:spPr/>
    </dgm:pt>
    <dgm:pt modelId="{3FBCD20F-E226-4FF6-BB78-2C62B7B6442A}" type="pres">
      <dgm:prSet presAssocID="{DC94F324-D8B3-40FD-B37A-258C45416706}" presName="vertTwo" presStyleCnt="0"/>
      <dgm:spPr/>
    </dgm:pt>
    <dgm:pt modelId="{A77DEA38-1B03-482B-ADDF-4F5B0994E855}" type="pres">
      <dgm:prSet presAssocID="{DC94F324-D8B3-40FD-B37A-258C45416706}" presName="txTwo" presStyleLbl="node2" presStyleIdx="1" presStyleCnt="2">
        <dgm:presLayoutVars>
          <dgm:chPref val="3"/>
        </dgm:presLayoutVars>
      </dgm:prSet>
      <dgm:spPr/>
    </dgm:pt>
    <dgm:pt modelId="{4B52E87F-172D-4F5A-AA57-22B39E9E4CF4}" type="pres">
      <dgm:prSet presAssocID="{DC94F324-D8B3-40FD-B37A-258C45416706}" presName="parTransTwo" presStyleCnt="0"/>
      <dgm:spPr/>
    </dgm:pt>
    <dgm:pt modelId="{32710090-B825-4646-8984-AD08F69BF52B}" type="pres">
      <dgm:prSet presAssocID="{DC94F324-D8B3-40FD-B37A-258C45416706}" presName="horzTwo" presStyleCnt="0"/>
      <dgm:spPr/>
    </dgm:pt>
    <dgm:pt modelId="{BB234367-C21B-49CE-8434-3A9A8BBB155E}" type="pres">
      <dgm:prSet presAssocID="{2916BC42-33D3-4BED-9308-E8F5BF61F8C5}" presName="vertThree" presStyleCnt="0"/>
      <dgm:spPr/>
    </dgm:pt>
    <dgm:pt modelId="{31091A19-0458-40D0-9613-8275364A5EFB}" type="pres">
      <dgm:prSet presAssocID="{2916BC42-33D3-4BED-9308-E8F5BF61F8C5}" presName="txThree" presStyleLbl="node3" presStyleIdx="0" presStyleCnt="2">
        <dgm:presLayoutVars>
          <dgm:chPref val="3"/>
        </dgm:presLayoutVars>
      </dgm:prSet>
      <dgm:spPr/>
    </dgm:pt>
    <dgm:pt modelId="{74524221-B16F-4169-A2D1-E0772FE4499E}" type="pres">
      <dgm:prSet presAssocID="{2916BC42-33D3-4BED-9308-E8F5BF61F8C5}" presName="parTransThree" presStyleCnt="0"/>
      <dgm:spPr/>
    </dgm:pt>
    <dgm:pt modelId="{0658E7C1-1980-4C1F-BAC2-60A4F77F0CCE}" type="pres">
      <dgm:prSet presAssocID="{2916BC42-33D3-4BED-9308-E8F5BF61F8C5}" presName="horzThree" presStyleCnt="0"/>
      <dgm:spPr/>
    </dgm:pt>
    <dgm:pt modelId="{30FAAD04-27BD-4D75-B029-24EDDF8CA533}" type="pres">
      <dgm:prSet presAssocID="{51FFEE62-A9BE-4AB0-AD6D-E1BBD7EE22A2}" presName="vertFour" presStyleCnt="0">
        <dgm:presLayoutVars>
          <dgm:chPref val="3"/>
        </dgm:presLayoutVars>
      </dgm:prSet>
      <dgm:spPr/>
    </dgm:pt>
    <dgm:pt modelId="{B4F1293F-0EC5-405A-B9AF-0E8807965F2E}" type="pres">
      <dgm:prSet presAssocID="{51FFEE62-A9BE-4AB0-AD6D-E1BBD7EE22A2}" presName="txFour" presStyleLbl="node4" presStyleIdx="0" presStyleCnt="2">
        <dgm:presLayoutVars>
          <dgm:chPref val="3"/>
        </dgm:presLayoutVars>
      </dgm:prSet>
      <dgm:spPr/>
    </dgm:pt>
    <dgm:pt modelId="{9430AF7C-FCF7-4D4F-8A64-A7EB3DE7D923}" type="pres">
      <dgm:prSet presAssocID="{51FFEE62-A9BE-4AB0-AD6D-E1BBD7EE22A2}" presName="horzFour" presStyleCnt="0"/>
      <dgm:spPr/>
    </dgm:pt>
    <dgm:pt modelId="{493D0C9C-5498-4E4C-9414-C5342FB5692C}" type="pres">
      <dgm:prSet presAssocID="{FCBA4B45-8F20-4490-9705-25558218EABA}" presName="sibSpaceThree" presStyleCnt="0"/>
      <dgm:spPr/>
    </dgm:pt>
    <dgm:pt modelId="{58015F7E-93BF-47C8-861D-876F54FCC805}" type="pres">
      <dgm:prSet presAssocID="{F5A08125-AE87-452F-885E-93ED169C1462}" presName="vertThree" presStyleCnt="0"/>
      <dgm:spPr/>
    </dgm:pt>
    <dgm:pt modelId="{0B35DD82-C04B-4EEB-B285-4B405830273E}" type="pres">
      <dgm:prSet presAssocID="{F5A08125-AE87-452F-885E-93ED169C1462}" presName="txThree" presStyleLbl="node3" presStyleIdx="1" presStyleCnt="2">
        <dgm:presLayoutVars>
          <dgm:chPref val="3"/>
        </dgm:presLayoutVars>
      </dgm:prSet>
      <dgm:spPr/>
    </dgm:pt>
    <dgm:pt modelId="{940504D5-C639-491F-BD09-C119275BFA78}" type="pres">
      <dgm:prSet presAssocID="{F5A08125-AE87-452F-885E-93ED169C1462}" presName="parTransThree" presStyleCnt="0"/>
      <dgm:spPr/>
    </dgm:pt>
    <dgm:pt modelId="{4D0DF431-9893-456F-A8C0-F7073F25791F}" type="pres">
      <dgm:prSet presAssocID="{F5A08125-AE87-452F-885E-93ED169C1462}" presName="horzThree" presStyleCnt="0"/>
      <dgm:spPr/>
    </dgm:pt>
    <dgm:pt modelId="{7B347A4F-EE81-47A3-9A1E-EC46E7B49710}" type="pres">
      <dgm:prSet presAssocID="{073D2A26-44F7-4FA6-A100-2E33EC449EF3}" presName="vertFour" presStyleCnt="0">
        <dgm:presLayoutVars>
          <dgm:chPref val="3"/>
        </dgm:presLayoutVars>
      </dgm:prSet>
      <dgm:spPr/>
    </dgm:pt>
    <dgm:pt modelId="{429E5A08-66DB-4629-92DA-957C4F28EF84}" type="pres">
      <dgm:prSet presAssocID="{073D2A26-44F7-4FA6-A100-2E33EC449EF3}" presName="txFour" presStyleLbl="node4" presStyleIdx="1" presStyleCnt="2">
        <dgm:presLayoutVars>
          <dgm:chPref val="3"/>
        </dgm:presLayoutVars>
      </dgm:prSet>
      <dgm:spPr/>
    </dgm:pt>
    <dgm:pt modelId="{A0739FA9-651B-4315-B2BD-CC71733EE257}" type="pres">
      <dgm:prSet presAssocID="{073D2A26-44F7-4FA6-A100-2E33EC449EF3}" presName="horzFour" presStyleCnt="0"/>
      <dgm:spPr/>
    </dgm:pt>
  </dgm:ptLst>
  <dgm:cxnLst>
    <dgm:cxn modelId="{5A06AC0A-9C33-46E3-B8BB-CF02F51E4FF6}" srcId="{DC94F324-D8B3-40FD-B37A-258C45416706}" destId="{2916BC42-33D3-4BED-9308-E8F5BF61F8C5}" srcOrd="0" destOrd="0" parTransId="{29D236CC-AE58-40DF-9998-B7343A4521A9}" sibTransId="{FCBA4B45-8F20-4490-9705-25558218EABA}"/>
    <dgm:cxn modelId="{AF65490E-55F0-4A7C-87A4-A82F097EC39C}" type="presOf" srcId="{073D2A26-44F7-4FA6-A100-2E33EC449EF3}" destId="{429E5A08-66DB-4629-92DA-957C4F28EF84}" srcOrd="0" destOrd="0" presId="urn:microsoft.com/office/officeart/2005/8/layout/architecture"/>
    <dgm:cxn modelId="{97579E3C-0A7D-4963-AE61-4730D9F8DF8D}" type="presOf" srcId="{DC94F324-D8B3-40FD-B37A-258C45416706}" destId="{A77DEA38-1B03-482B-ADDF-4F5B0994E855}" srcOrd="0" destOrd="0" presId="urn:microsoft.com/office/officeart/2005/8/layout/architecture"/>
    <dgm:cxn modelId="{EFDAFB4F-55C7-4494-A010-9E54F9B53031}" srcId="{40698370-EEB0-42E8-BB89-4C0AB61761C9}" destId="{36E0D3B4-8E39-449E-B4E1-8FA36A7406BC}" srcOrd="0" destOrd="0" parTransId="{684A61DB-B544-41BA-AE11-9FE7A2544A32}" sibTransId="{F952D9AF-4A32-42A5-9B32-1D4F865360D7}"/>
    <dgm:cxn modelId="{DB56BE56-7DC4-4ECF-A33C-17A0BE9D19AC}" type="presOf" srcId="{51FFEE62-A9BE-4AB0-AD6D-E1BBD7EE22A2}" destId="{B4F1293F-0EC5-405A-B9AF-0E8807965F2E}" srcOrd="0" destOrd="0" presId="urn:microsoft.com/office/officeart/2005/8/layout/architecture"/>
    <dgm:cxn modelId="{97CAB482-A9E3-42CC-8A08-DDF1F1BBEC1C}" type="presOf" srcId="{925F88A2-81BB-4861-B372-B4957678A22D}" destId="{DBD45AE1-0F25-40E5-9B34-BC58528B222B}" srcOrd="0" destOrd="0" presId="urn:microsoft.com/office/officeart/2005/8/layout/architecture"/>
    <dgm:cxn modelId="{BCC77289-9D96-4BC2-81B7-D218B4BF0A84}" srcId="{DC94F324-D8B3-40FD-B37A-258C45416706}" destId="{F5A08125-AE87-452F-885E-93ED169C1462}" srcOrd="1" destOrd="0" parTransId="{76BB03F5-CD18-4459-B3AC-1370D0769B58}" sibTransId="{B919BFDA-047A-48BB-AC52-F857FC35F6B5}"/>
    <dgm:cxn modelId="{2F6BD0AA-DDA0-49AD-9209-4BB30FB092E4}" type="presOf" srcId="{36E0D3B4-8E39-449E-B4E1-8FA36A7406BC}" destId="{7ECA33D7-2086-475A-A6C1-EDFE0634FB98}" srcOrd="0" destOrd="0" presId="urn:microsoft.com/office/officeart/2005/8/layout/architecture"/>
    <dgm:cxn modelId="{C7478BAD-3FE2-499F-9674-97337CB8422D}" srcId="{2916BC42-33D3-4BED-9308-E8F5BF61F8C5}" destId="{51FFEE62-A9BE-4AB0-AD6D-E1BBD7EE22A2}" srcOrd="0" destOrd="0" parTransId="{F14C9752-2E94-40EF-9F53-14D65AE90DA6}" sibTransId="{CC4F9663-7E5E-4ACD-87C1-68954246A7F8}"/>
    <dgm:cxn modelId="{01C899B7-C5E7-4332-AB77-DC15EC5217E1}" srcId="{36E0D3B4-8E39-449E-B4E1-8FA36A7406BC}" destId="{DC94F324-D8B3-40FD-B37A-258C45416706}" srcOrd="1" destOrd="0" parTransId="{7CA4F31B-CE03-4042-8C5A-3D88779935AF}" sibTransId="{58100D4F-1435-46B8-8EE2-4518BB178873}"/>
    <dgm:cxn modelId="{8FB8D7BC-3926-4DBE-839F-58DA297B7F61}" srcId="{36E0D3B4-8E39-449E-B4E1-8FA36A7406BC}" destId="{925F88A2-81BB-4861-B372-B4957678A22D}" srcOrd="0" destOrd="0" parTransId="{0FA1DF7D-3A7B-4249-AE10-30E02D9F3EDE}" sibTransId="{67387F34-39FD-43D0-9373-B9F6758B6F8C}"/>
    <dgm:cxn modelId="{CE57B8C1-2D60-4387-B78F-50E515327393}" type="presOf" srcId="{2916BC42-33D3-4BED-9308-E8F5BF61F8C5}" destId="{31091A19-0458-40D0-9613-8275364A5EFB}" srcOrd="0" destOrd="0" presId="urn:microsoft.com/office/officeart/2005/8/layout/architecture"/>
    <dgm:cxn modelId="{AFF544C3-5D7B-4EE3-A57C-F8A5390EB816}" srcId="{F5A08125-AE87-452F-885E-93ED169C1462}" destId="{073D2A26-44F7-4FA6-A100-2E33EC449EF3}" srcOrd="0" destOrd="0" parTransId="{B48B7DB5-2396-4837-B270-064403867CD0}" sibTransId="{D6CB9149-D41F-499A-835A-2E920F3235B7}"/>
    <dgm:cxn modelId="{BEDA2EC7-F7C4-42E3-9125-E397BA4DCFF7}" type="presOf" srcId="{40698370-EEB0-42E8-BB89-4C0AB61761C9}" destId="{F8A0A7C4-3942-4E9A-9996-4CA14C69807A}" srcOrd="0" destOrd="0" presId="urn:microsoft.com/office/officeart/2005/8/layout/architecture"/>
    <dgm:cxn modelId="{5B4933E6-0E8D-4E81-A182-10D6D6075483}" type="presOf" srcId="{F5A08125-AE87-452F-885E-93ED169C1462}" destId="{0B35DD82-C04B-4EEB-B285-4B405830273E}" srcOrd="0" destOrd="0" presId="urn:microsoft.com/office/officeart/2005/8/layout/architecture"/>
    <dgm:cxn modelId="{AE0C33E3-78CF-4D7E-ADFC-B01143645218}" type="presParOf" srcId="{F8A0A7C4-3942-4E9A-9996-4CA14C69807A}" destId="{F0A6635C-43BC-43E9-BA8B-C84E1A25E838}" srcOrd="0" destOrd="0" presId="urn:microsoft.com/office/officeart/2005/8/layout/architecture"/>
    <dgm:cxn modelId="{9466B2A8-C412-4DDF-820E-10AAC80FDA18}" type="presParOf" srcId="{F0A6635C-43BC-43E9-BA8B-C84E1A25E838}" destId="{7ECA33D7-2086-475A-A6C1-EDFE0634FB98}" srcOrd="0" destOrd="0" presId="urn:microsoft.com/office/officeart/2005/8/layout/architecture"/>
    <dgm:cxn modelId="{373E089F-181F-43B0-8630-57FE57269470}" type="presParOf" srcId="{F0A6635C-43BC-43E9-BA8B-C84E1A25E838}" destId="{93B04724-A942-45B4-B757-1B7302B1243C}" srcOrd="1" destOrd="0" presId="urn:microsoft.com/office/officeart/2005/8/layout/architecture"/>
    <dgm:cxn modelId="{6AE5338C-2703-4155-B63D-A75E4942BCA0}" type="presParOf" srcId="{F0A6635C-43BC-43E9-BA8B-C84E1A25E838}" destId="{1D281671-80EA-440A-9AB0-364DAAC30497}" srcOrd="2" destOrd="0" presId="urn:microsoft.com/office/officeart/2005/8/layout/architecture"/>
    <dgm:cxn modelId="{DD069F1D-1D9E-4DDB-B4F0-CC44F36CBCD0}" type="presParOf" srcId="{1D281671-80EA-440A-9AB0-364DAAC30497}" destId="{C7D1DF29-0B09-4668-A427-490185B9C326}" srcOrd="0" destOrd="0" presId="urn:microsoft.com/office/officeart/2005/8/layout/architecture"/>
    <dgm:cxn modelId="{6B235ABC-6969-44CC-93BD-3B08B051EDDD}" type="presParOf" srcId="{C7D1DF29-0B09-4668-A427-490185B9C326}" destId="{DBD45AE1-0F25-40E5-9B34-BC58528B222B}" srcOrd="0" destOrd="0" presId="urn:microsoft.com/office/officeart/2005/8/layout/architecture"/>
    <dgm:cxn modelId="{7A15A110-7DF8-4518-B625-118D2B2BDCD5}" type="presParOf" srcId="{C7D1DF29-0B09-4668-A427-490185B9C326}" destId="{108B4E6E-6192-433C-BAF4-AACFA0AA3487}" srcOrd="1" destOrd="0" presId="urn:microsoft.com/office/officeart/2005/8/layout/architecture"/>
    <dgm:cxn modelId="{F6EF2CE3-E10C-43FC-9C9F-DA0DF66E97F3}" type="presParOf" srcId="{1D281671-80EA-440A-9AB0-364DAAC30497}" destId="{E7DF8963-B524-4786-861F-0362B376C445}" srcOrd="1" destOrd="0" presId="urn:microsoft.com/office/officeart/2005/8/layout/architecture"/>
    <dgm:cxn modelId="{62FFC8F3-036A-4515-A8C0-C12F691166B3}" type="presParOf" srcId="{1D281671-80EA-440A-9AB0-364DAAC30497}" destId="{3FBCD20F-E226-4FF6-BB78-2C62B7B6442A}" srcOrd="2" destOrd="0" presId="urn:microsoft.com/office/officeart/2005/8/layout/architecture"/>
    <dgm:cxn modelId="{22A44FCB-1130-4B33-9021-8759823AF739}" type="presParOf" srcId="{3FBCD20F-E226-4FF6-BB78-2C62B7B6442A}" destId="{A77DEA38-1B03-482B-ADDF-4F5B0994E855}" srcOrd="0" destOrd="0" presId="urn:microsoft.com/office/officeart/2005/8/layout/architecture"/>
    <dgm:cxn modelId="{08B58410-4155-4061-8F66-B57DBC40A0CB}" type="presParOf" srcId="{3FBCD20F-E226-4FF6-BB78-2C62B7B6442A}" destId="{4B52E87F-172D-4F5A-AA57-22B39E9E4CF4}" srcOrd="1" destOrd="0" presId="urn:microsoft.com/office/officeart/2005/8/layout/architecture"/>
    <dgm:cxn modelId="{A22FE478-8256-4731-B0D1-90A12AA506C0}" type="presParOf" srcId="{3FBCD20F-E226-4FF6-BB78-2C62B7B6442A}" destId="{32710090-B825-4646-8984-AD08F69BF52B}" srcOrd="2" destOrd="0" presId="urn:microsoft.com/office/officeart/2005/8/layout/architecture"/>
    <dgm:cxn modelId="{8F4A1450-8B1B-4698-BFB4-6C9185951CCF}" type="presParOf" srcId="{32710090-B825-4646-8984-AD08F69BF52B}" destId="{BB234367-C21B-49CE-8434-3A9A8BBB155E}" srcOrd="0" destOrd="0" presId="urn:microsoft.com/office/officeart/2005/8/layout/architecture"/>
    <dgm:cxn modelId="{4B4927DB-3FD9-4ABE-B6E7-F170A8FDD7CB}" type="presParOf" srcId="{BB234367-C21B-49CE-8434-3A9A8BBB155E}" destId="{31091A19-0458-40D0-9613-8275364A5EFB}" srcOrd="0" destOrd="0" presId="urn:microsoft.com/office/officeart/2005/8/layout/architecture"/>
    <dgm:cxn modelId="{6323FAD4-9BAC-4DEC-9568-28348E0940B1}" type="presParOf" srcId="{BB234367-C21B-49CE-8434-3A9A8BBB155E}" destId="{74524221-B16F-4169-A2D1-E0772FE4499E}" srcOrd="1" destOrd="0" presId="urn:microsoft.com/office/officeart/2005/8/layout/architecture"/>
    <dgm:cxn modelId="{B42D7AAE-3A55-4F7B-A1AB-EDECD9A466B5}" type="presParOf" srcId="{BB234367-C21B-49CE-8434-3A9A8BBB155E}" destId="{0658E7C1-1980-4C1F-BAC2-60A4F77F0CCE}" srcOrd="2" destOrd="0" presId="urn:microsoft.com/office/officeart/2005/8/layout/architecture"/>
    <dgm:cxn modelId="{01021267-230A-4FAA-A5DD-976D47126535}" type="presParOf" srcId="{0658E7C1-1980-4C1F-BAC2-60A4F77F0CCE}" destId="{30FAAD04-27BD-4D75-B029-24EDDF8CA533}" srcOrd="0" destOrd="0" presId="urn:microsoft.com/office/officeart/2005/8/layout/architecture"/>
    <dgm:cxn modelId="{870B9791-A4D2-4D31-8460-A8D914889DCF}" type="presParOf" srcId="{30FAAD04-27BD-4D75-B029-24EDDF8CA533}" destId="{B4F1293F-0EC5-405A-B9AF-0E8807965F2E}" srcOrd="0" destOrd="0" presId="urn:microsoft.com/office/officeart/2005/8/layout/architecture"/>
    <dgm:cxn modelId="{F51D8495-1378-4213-ACA9-98C77598D820}" type="presParOf" srcId="{30FAAD04-27BD-4D75-B029-24EDDF8CA533}" destId="{9430AF7C-FCF7-4D4F-8A64-A7EB3DE7D923}" srcOrd="1" destOrd="0" presId="urn:microsoft.com/office/officeart/2005/8/layout/architecture"/>
    <dgm:cxn modelId="{814B7BBC-4607-40AF-8259-33CD012D63DE}" type="presParOf" srcId="{32710090-B825-4646-8984-AD08F69BF52B}" destId="{493D0C9C-5498-4E4C-9414-C5342FB5692C}" srcOrd="1" destOrd="0" presId="urn:microsoft.com/office/officeart/2005/8/layout/architecture"/>
    <dgm:cxn modelId="{336D782D-9376-4866-A568-D593CA8D079C}" type="presParOf" srcId="{32710090-B825-4646-8984-AD08F69BF52B}" destId="{58015F7E-93BF-47C8-861D-876F54FCC805}" srcOrd="2" destOrd="0" presId="urn:microsoft.com/office/officeart/2005/8/layout/architecture"/>
    <dgm:cxn modelId="{33990A93-11AD-4B2D-BA50-56F5937ADEE9}" type="presParOf" srcId="{58015F7E-93BF-47C8-861D-876F54FCC805}" destId="{0B35DD82-C04B-4EEB-B285-4B405830273E}" srcOrd="0" destOrd="0" presId="urn:microsoft.com/office/officeart/2005/8/layout/architecture"/>
    <dgm:cxn modelId="{D9153E18-53D4-49DF-9C2F-F10724DC8264}" type="presParOf" srcId="{58015F7E-93BF-47C8-861D-876F54FCC805}" destId="{940504D5-C639-491F-BD09-C119275BFA78}" srcOrd="1" destOrd="0" presId="urn:microsoft.com/office/officeart/2005/8/layout/architecture"/>
    <dgm:cxn modelId="{0A034037-0178-4B6B-897B-57EBCC67BD2C}" type="presParOf" srcId="{58015F7E-93BF-47C8-861D-876F54FCC805}" destId="{4D0DF431-9893-456F-A8C0-F7073F25791F}" srcOrd="2" destOrd="0" presId="urn:microsoft.com/office/officeart/2005/8/layout/architecture"/>
    <dgm:cxn modelId="{8570B000-25BE-4D13-BDCD-7DBB5FED708F}" type="presParOf" srcId="{4D0DF431-9893-456F-A8C0-F7073F25791F}" destId="{7B347A4F-EE81-47A3-9A1E-EC46E7B49710}" srcOrd="0" destOrd="0" presId="urn:microsoft.com/office/officeart/2005/8/layout/architecture"/>
    <dgm:cxn modelId="{18DA7BDA-30E3-4953-AE27-E3A053DF6F04}" type="presParOf" srcId="{7B347A4F-EE81-47A3-9A1E-EC46E7B49710}" destId="{429E5A08-66DB-4629-92DA-957C4F28EF84}" srcOrd="0" destOrd="0" presId="urn:microsoft.com/office/officeart/2005/8/layout/architecture"/>
    <dgm:cxn modelId="{591D6D62-F597-494D-BAB0-E149A39D495F}" type="presParOf" srcId="{7B347A4F-EE81-47A3-9A1E-EC46E7B49710}" destId="{A0739FA9-651B-4315-B2BD-CC71733EE257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698370-EEB0-42E8-BB89-4C0AB61761C9}" type="doc">
      <dgm:prSet loTypeId="urn:microsoft.com/office/officeart/2005/8/layout/architecture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44169A-B053-4B54-975A-0B6988D44F56}">
      <dgm:prSet phldrT="[Text]" phldr="0"/>
      <dgm:spPr/>
      <dgm:t>
        <a:bodyPr/>
        <a:lstStyle/>
        <a:p>
          <a:r>
            <a:rPr lang="en-US"/>
            <a:t>Utility</a:t>
          </a:r>
          <a:endParaRPr lang="en-US" dirty="0"/>
        </a:p>
      </dgm:t>
    </dgm:pt>
    <dgm:pt modelId="{3A675200-8F0C-4EC5-B760-FCA13C41D3BC}" type="parTrans" cxnId="{041558FE-0CF3-4CA8-B229-88B703203F49}">
      <dgm:prSet/>
      <dgm:spPr/>
      <dgm:t>
        <a:bodyPr/>
        <a:lstStyle/>
        <a:p>
          <a:endParaRPr lang="en-US"/>
        </a:p>
      </dgm:t>
    </dgm:pt>
    <dgm:pt modelId="{CDC7C97F-37C4-404C-B204-2EA7994FCB2C}" type="sibTrans" cxnId="{041558FE-0CF3-4CA8-B229-88B703203F49}">
      <dgm:prSet/>
      <dgm:spPr/>
      <dgm:t>
        <a:bodyPr/>
        <a:lstStyle/>
        <a:p>
          <a:endParaRPr lang="en-US"/>
        </a:p>
      </dgm:t>
    </dgm:pt>
    <dgm:pt modelId="{7E501759-B0BE-4223-9BC5-C46F908B24FD}">
      <dgm:prSet phldrT="[Text]" phldr="0"/>
      <dgm:spPr/>
      <dgm:t>
        <a:bodyPr/>
        <a:lstStyle/>
        <a:p>
          <a:r>
            <a:rPr lang="en-US" dirty="0"/>
            <a:t>Authentication</a:t>
          </a:r>
        </a:p>
      </dgm:t>
    </dgm:pt>
    <dgm:pt modelId="{375148BD-53CD-4A66-94B5-2C3A614889B5}" type="parTrans" cxnId="{9D48F430-AB69-47BC-A77E-0AD7BC54DA1C}">
      <dgm:prSet/>
      <dgm:spPr/>
      <dgm:t>
        <a:bodyPr/>
        <a:lstStyle/>
        <a:p>
          <a:endParaRPr lang="en-US"/>
        </a:p>
      </dgm:t>
    </dgm:pt>
    <dgm:pt modelId="{9987FFA8-3D2E-44CB-871C-1FC91CD05107}" type="sibTrans" cxnId="{9D48F430-AB69-47BC-A77E-0AD7BC54DA1C}">
      <dgm:prSet/>
      <dgm:spPr/>
      <dgm:t>
        <a:bodyPr/>
        <a:lstStyle/>
        <a:p>
          <a:endParaRPr lang="en-US"/>
        </a:p>
      </dgm:t>
    </dgm:pt>
    <dgm:pt modelId="{1142128D-83DB-4FEC-9781-44D589181DF6}">
      <dgm:prSet phldrT="[Text]" phldr="0"/>
      <dgm:spPr/>
      <dgm:t>
        <a:bodyPr/>
        <a:lstStyle/>
        <a:p>
          <a:r>
            <a:rPr lang="en-US"/>
            <a:t>Log</a:t>
          </a:r>
          <a:endParaRPr lang="en-US" dirty="0"/>
        </a:p>
      </dgm:t>
    </dgm:pt>
    <dgm:pt modelId="{5D415878-A879-4A6A-8770-24812CBFF504}" type="parTrans" cxnId="{17CD8AC8-9816-4361-8E6B-D094776E7E8A}">
      <dgm:prSet/>
      <dgm:spPr/>
      <dgm:t>
        <a:bodyPr/>
        <a:lstStyle/>
        <a:p>
          <a:endParaRPr lang="en-US"/>
        </a:p>
      </dgm:t>
    </dgm:pt>
    <dgm:pt modelId="{2D260493-DCE8-4188-B773-C13813A416B0}" type="sibTrans" cxnId="{17CD8AC8-9816-4361-8E6B-D094776E7E8A}">
      <dgm:prSet/>
      <dgm:spPr/>
      <dgm:t>
        <a:bodyPr/>
        <a:lstStyle/>
        <a:p>
          <a:endParaRPr lang="en-US"/>
        </a:p>
      </dgm:t>
    </dgm:pt>
    <dgm:pt modelId="{19533D7F-14D5-4704-AA8A-A9922A433C89}">
      <dgm:prSet phldrT="[Text]" phldr="0"/>
      <dgm:spPr/>
      <dgm:t>
        <a:bodyPr/>
        <a:lstStyle/>
        <a:p>
          <a:r>
            <a:rPr lang="en-US" dirty="0"/>
            <a:t>core</a:t>
          </a:r>
        </a:p>
      </dgm:t>
    </dgm:pt>
    <dgm:pt modelId="{952A5AA7-CD11-4378-B9AA-A23D71A11C7B}" type="parTrans" cxnId="{2307670B-C520-41FF-9C9B-DC7E8A7C21C2}">
      <dgm:prSet/>
      <dgm:spPr/>
      <dgm:t>
        <a:bodyPr/>
        <a:lstStyle/>
        <a:p>
          <a:endParaRPr lang="en-US"/>
        </a:p>
      </dgm:t>
    </dgm:pt>
    <dgm:pt modelId="{95A9A132-FD69-4883-81DE-4ECE87E3FB75}" type="sibTrans" cxnId="{2307670B-C520-41FF-9C9B-DC7E8A7C21C2}">
      <dgm:prSet/>
      <dgm:spPr/>
      <dgm:t>
        <a:bodyPr/>
        <a:lstStyle/>
        <a:p>
          <a:endParaRPr lang="en-US"/>
        </a:p>
      </dgm:t>
    </dgm:pt>
    <dgm:pt modelId="{B7608CA1-7A7D-4C2A-AEF4-CA3372446D56}">
      <dgm:prSet phldrT="[Text]" phldr="0"/>
      <dgm:spPr/>
      <dgm:t>
        <a:bodyPr/>
        <a:lstStyle/>
        <a:p>
          <a:r>
            <a:rPr lang="en-US"/>
            <a:t>messenger</a:t>
          </a:r>
          <a:endParaRPr lang="en-US" dirty="0"/>
        </a:p>
      </dgm:t>
    </dgm:pt>
    <dgm:pt modelId="{E77BA01C-A2AF-4BA6-AC73-A000BF93C91C}" type="parTrans" cxnId="{80A6277A-9474-49C6-BDEF-7365F614BB70}">
      <dgm:prSet/>
      <dgm:spPr/>
      <dgm:t>
        <a:bodyPr/>
        <a:lstStyle/>
        <a:p>
          <a:endParaRPr lang="en-US"/>
        </a:p>
      </dgm:t>
    </dgm:pt>
    <dgm:pt modelId="{4835A6CC-263F-4A9F-82E8-A663E1F1EBCE}" type="sibTrans" cxnId="{80A6277A-9474-49C6-BDEF-7365F614BB70}">
      <dgm:prSet/>
      <dgm:spPr/>
      <dgm:t>
        <a:bodyPr/>
        <a:lstStyle/>
        <a:p>
          <a:endParaRPr lang="en-US"/>
        </a:p>
      </dgm:t>
    </dgm:pt>
    <dgm:pt modelId="{F8A0A7C4-3942-4E9A-9996-4CA14C69807A}" type="pres">
      <dgm:prSet presAssocID="{40698370-EEB0-42E8-BB89-4C0AB61761C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28D706B-5CA0-4CEC-9EE6-0ADEC093F1A6}" type="pres">
      <dgm:prSet presAssocID="{E544169A-B053-4B54-975A-0B6988D44F56}" presName="vertOne" presStyleCnt="0"/>
      <dgm:spPr/>
    </dgm:pt>
    <dgm:pt modelId="{7734233B-772A-4BCC-B8A3-5078E7F5FB79}" type="pres">
      <dgm:prSet presAssocID="{E544169A-B053-4B54-975A-0B6988D44F56}" presName="txOne" presStyleLbl="node0" presStyleIdx="0" presStyleCnt="1">
        <dgm:presLayoutVars>
          <dgm:chPref val="3"/>
        </dgm:presLayoutVars>
      </dgm:prSet>
      <dgm:spPr/>
    </dgm:pt>
    <dgm:pt modelId="{25869A6E-DC61-4CE0-91EB-B81DD3C7D377}" type="pres">
      <dgm:prSet presAssocID="{E544169A-B053-4B54-975A-0B6988D44F56}" presName="parTransOne" presStyleCnt="0"/>
      <dgm:spPr/>
    </dgm:pt>
    <dgm:pt modelId="{E0BE9C2D-54E6-43D4-A23D-AFB8C62CC840}" type="pres">
      <dgm:prSet presAssocID="{E544169A-B053-4B54-975A-0B6988D44F56}" presName="horzOne" presStyleCnt="0"/>
      <dgm:spPr/>
    </dgm:pt>
    <dgm:pt modelId="{566B5EA3-1291-424C-94AC-120BC98D7541}" type="pres">
      <dgm:prSet presAssocID="{7E501759-B0BE-4223-9BC5-C46F908B24FD}" presName="vertTwo" presStyleCnt="0"/>
      <dgm:spPr/>
    </dgm:pt>
    <dgm:pt modelId="{9150CC7C-0AEC-4861-A9F7-0885FF2C3F62}" type="pres">
      <dgm:prSet presAssocID="{7E501759-B0BE-4223-9BC5-C46F908B24FD}" presName="txTwo" presStyleLbl="node2" presStyleIdx="0" presStyleCnt="1">
        <dgm:presLayoutVars>
          <dgm:chPref val="3"/>
        </dgm:presLayoutVars>
      </dgm:prSet>
      <dgm:spPr/>
    </dgm:pt>
    <dgm:pt modelId="{93456DB5-EE85-49A6-BEC7-2820DC2F098B}" type="pres">
      <dgm:prSet presAssocID="{7E501759-B0BE-4223-9BC5-C46F908B24FD}" presName="parTransTwo" presStyleCnt="0"/>
      <dgm:spPr/>
    </dgm:pt>
    <dgm:pt modelId="{15821928-0038-4278-9697-ABF0FDF78011}" type="pres">
      <dgm:prSet presAssocID="{7E501759-B0BE-4223-9BC5-C46F908B24FD}" presName="horzTwo" presStyleCnt="0"/>
      <dgm:spPr/>
    </dgm:pt>
    <dgm:pt modelId="{84D30FB2-29DE-45AB-933B-BC800E77E1F3}" type="pres">
      <dgm:prSet presAssocID="{B7608CA1-7A7D-4C2A-AEF4-CA3372446D56}" presName="vertThree" presStyleCnt="0"/>
      <dgm:spPr/>
    </dgm:pt>
    <dgm:pt modelId="{2599D9BF-4452-4E95-8B26-6531EF9203F6}" type="pres">
      <dgm:prSet presAssocID="{B7608CA1-7A7D-4C2A-AEF4-CA3372446D56}" presName="txThree" presStyleLbl="node3" presStyleIdx="0" presStyleCnt="1">
        <dgm:presLayoutVars>
          <dgm:chPref val="3"/>
        </dgm:presLayoutVars>
      </dgm:prSet>
      <dgm:spPr/>
    </dgm:pt>
    <dgm:pt modelId="{C387ECC1-87B8-44FB-88BA-6A8810403E39}" type="pres">
      <dgm:prSet presAssocID="{B7608CA1-7A7D-4C2A-AEF4-CA3372446D56}" presName="parTransThree" presStyleCnt="0"/>
      <dgm:spPr/>
    </dgm:pt>
    <dgm:pt modelId="{7432F046-5F20-4207-9532-AFFB95B03A3A}" type="pres">
      <dgm:prSet presAssocID="{B7608CA1-7A7D-4C2A-AEF4-CA3372446D56}" presName="horzThree" presStyleCnt="0"/>
      <dgm:spPr/>
    </dgm:pt>
    <dgm:pt modelId="{8389CB6B-D8CC-48C5-8590-A68C5C6B7F19}" type="pres">
      <dgm:prSet presAssocID="{19533D7F-14D5-4704-AA8A-A9922A433C89}" presName="vertFour" presStyleCnt="0">
        <dgm:presLayoutVars>
          <dgm:chPref val="3"/>
        </dgm:presLayoutVars>
      </dgm:prSet>
      <dgm:spPr/>
    </dgm:pt>
    <dgm:pt modelId="{66B1B1BD-F75B-46EC-9BF1-4214675C4212}" type="pres">
      <dgm:prSet presAssocID="{19533D7F-14D5-4704-AA8A-A9922A433C89}" presName="txFour" presStyleLbl="node4" presStyleIdx="0" presStyleCnt="2">
        <dgm:presLayoutVars>
          <dgm:chPref val="3"/>
        </dgm:presLayoutVars>
      </dgm:prSet>
      <dgm:spPr/>
    </dgm:pt>
    <dgm:pt modelId="{3E439196-0D90-4140-BF8A-C262763D1E6A}" type="pres">
      <dgm:prSet presAssocID="{19533D7F-14D5-4704-AA8A-A9922A433C89}" presName="horzFour" presStyleCnt="0"/>
      <dgm:spPr/>
    </dgm:pt>
    <dgm:pt modelId="{A12CE847-89EC-4C08-A3FA-FE8D023143A5}" type="pres">
      <dgm:prSet presAssocID="{95A9A132-FD69-4883-81DE-4ECE87E3FB75}" presName="sibSpaceFour" presStyleCnt="0"/>
      <dgm:spPr/>
    </dgm:pt>
    <dgm:pt modelId="{5F8D8343-FE5D-45DF-B627-062869BD9F9F}" type="pres">
      <dgm:prSet presAssocID="{1142128D-83DB-4FEC-9781-44D589181DF6}" presName="vertFour" presStyleCnt="0">
        <dgm:presLayoutVars>
          <dgm:chPref val="3"/>
        </dgm:presLayoutVars>
      </dgm:prSet>
      <dgm:spPr/>
    </dgm:pt>
    <dgm:pt modelId="{DCD2E559-0A7A-4984-AB43-AF2FEAEA48DE}" type="pres">
      <dgm:prSet presAssocID="{1142128D-83DB-4FEC-9781-44D589181DF6}" presName="txFour" presStyleLbl="node4" presStyleIdx="1" presStyleCnt="2">
        <dgm:presLayoutVars>
          <dgm:chPref val="3"/>
        </dgm:presLayoutVars>
      </dgm:prSet>
      <dgm:spPr/>
    </dgm:pt>
    <dgm:pt modelId="{FE544660-551C-4789-8C5E-6F44DD403F98}" type="pres">
      <dgm:prSet presAssocID="{1142128D-83DB-4FEC-9781-44D589181DF6}" presName="horzFour" presStyleCnt="0"/>
      <dgm:spPr/>
    </dgm:pt>
  </dgm:ptLst>
  <dgm:cxnLst>
    <dgm:cxn modelId="{2307670B-C520-41FF-9C9B-DC7E8A7C21C2}" srcId="{B7608CA1-7A7D-4C2A-AEF4-CA3372446D56}" destId="{19533D7F-14D5-4704-AA8A-A9922A433C89}" srcOrd="0" destOrd="0" parTransId="{952A5AA7-CD11-4378-B9AA-A23D71A11C7B}" sibTransId="{95A9A132-FD69-4883-81DE-4ECE87E3FB75}"/>
    <dgm:cxn modelId="{9D48F430-AB69-47BC-A77E-0AD7BC54DA1C}" srcId="{E544169A-B053-4B54-975A-0B6988D44F56}" destId="{7E501759-B0BE-4223-9BC5-C46F908B24FD}" srcOrd="0" destOrd="0" parTransId="{375148BD-53CD-4A66-94B5-2C3A614889B5}" sibTransId="{9987FFA8-3D2E-44CB-871C-1FC91CD05107}"/>
    <dgm:cxn modelId="{A0647072-4FF0-43F9-B442-6EFC5CF476FB}" type="presOf" srcId="{19533D7F-14D5-4704-AA8A-A9922A433C89}" destId="{66B1B1BD-F75B-46EC-9BF1-4214675C4212}" srcOrd="0" destOrd="0" presId="urn:microsoft.com/office/officeart/2005/8/layout/architecture"/>
    <dgm:cxn modelId="{6536D555-4E44-45C5-9BF6-28ED34439BC9}" type="presOf" srcId="{1142128D-83DB-4FEC-9781-44D589181DF6}" destId="{DCD2E559-0A7A-4984-AB43-AF2FEAEA48DE}" srcOrd="0" destOrd="0" presId="urn:microsoft.com/office/officeart/2005/8/layout/architecture"/>
    <dgm:cxn modelId="{37FF0176-D272-46F3-83DC-EF378D35940E}" type="presOf" srcId="{7E501759-B0BE-4223-9BC5-C46F908B24FD}" destId="{9150CC7C-0AEC-4861-A9F7-0885FF2C3F62}" srcOrd="0" destOrd="0" presId="urn:microsoft.com/office/officeart/2005/8/layout/architecture"/>
    <dgm:cxn modelId="{80A6277A-9474-49C6-BDEF-7365F614BB70}" srcId="{7E501759-B0BE-4223-9BC5-C46F908B24FD}" destId="{B7608CA1-7A7D-4C2A-AEF4-CA3372446D56}" srcOrd="0" destOrd="0" parTransId="{E77BA01C-A2AF-4BA6-AC73-A000BF93C91C}" sibTransId="{4835A6CC-263F-4A9F-82E8-A663E1F1EBCE}"/>
    <dgm:cxn modelId="{85730F92-F1F7-469E-A106-9260FDE1B004}" type="presOf" srcId="{B7608CA1-7A7D-4C2A-AEF4-CA3372446D56}" destId="{2599D9BF-4452-4E95-8B26-6531EF9203F6}" srcOrd="0" destOrd="0" presId="urn:microsoft.com/office/officeart/2005/8/layout/architecture"/>
    <dgm:cxn modelId="{248BA8B6-AD69-496D-81EE-C3F7A7E78D8D}" type="presOf" srcId="{E544169A-B053-4B54-975A-0B6988D44F56}" destId="{7734233B-772A-4BCC-B8A3-5078E7F5FB79}" srcOrd="0" destOrd="0" presId="urn:microsoft.com/office/officeart/2005/8/layout/architecture"/>
    <dgm:cxn modelId="{BEDA2EC7-F7C4-42E3-9125-E397BA4DCFF7}" type="presOf" srcId="{40698370-EEB0-42E8-BB89-4C0AB61761C9}" destId="{F8A0A7C4-3942-4E9A-9996-4CA14C69807A}" srcOrd="0" destOrd="0" presId="urn:microsoft.com/office/officeart/2005/8/layout/architecture"/>
    <dgm:cxn modelId="{17CD8AC8-9816-4361-8E6B-D094776E7E8A}" srcId="{B7608CA1-7A7D-4C2A-AEF4-CA3372446D56}" destId="{1142128D-83DB-4FEC-9781-44D589181DF6}" srcOrd="1" destOrd="0" parTransId="{5D415878-A879-4A6A-8770-24812CBFF504}" sibTransId="{2D260493-DCE8-4188-B773-C13813A416B0}"/>
    <dgm:cxn modelId="{041558FE-0CF3-4CA8-B229-88B703203F49}" srcId="{40698370-EEB0-42E8-BB89-4C0AB61761C9}" destId="{E544169A-B053-4B54-975A-0B6988D44F56}" srcOrd="0" destOrd="0" parTransId="{3A675200-8F0C-4EC5-B760-FCA13C41D3BC}" sibTransId="{CDC7C97F-37C4-404C-B204-2EA7994FCB2C}"/>
    <dgm:cxn modelId="{7A33CA01-7D9E-4560-BF04-8BE32434F92A}" type="presParOf" srcId="{F8A0A7C4-3942-4E9A-9996-4CA14C69807A}" destId="{D28D706B-5CA0-4CEC-9EE6-0ADEC093F1A6}" srcOrd="0" destOrd="0" presId="urn:microsoft.com/office/officeart/2005/8/layout/architecture"/>
    <dgm:cxn modelId="{598F49A6-03E6-4E26-B052-D8D2F283D6E6}" type="presParOf" srcId="{D28D706B-5CA0-4CEC-9EE6-0ADEC093F1A6}" destId="{7734233B-772A-4BCC-B8A3-5078E7F5FB79}" srcOrd="0" destOrd="0" presId="urn:microsoft.com/office/officeart/2005/8/layout/architecture"/>
    <dgm:cxn modelId="{92FF5CF6-9676-4402-BFBA-C29F15F1FF68}" type="presParOf" srcId="{D28D706B-5CA0-4CEC-9EE6-0ADEC093F1A6}" destId="{25869A6E-DC61-4CE0-91EB-B81DD3C7D377}" srcOrd="1" destOrd="0" presId="urn:microsoft.com/office/officeart/2005/8/layout/architecture"/>
    <dgm:cxn modelId="{68599291-E061-4B8A-916F-CCE03E5F3A58}" type="presParOf" srcId="{D28D706B-5CA0-4CEC-9EE6-0ADEC093F1A6}" destId="{E0BE9C2D-54E6-43D4-A23D-AFB8C62CC840}" srcOrd="2" destOrd="0" presId="urn:microsoft.com/office/officeart/2005/8/layout/architecture"/>
    <dgm:cxn modelId="{0AC973FF-53A5-4180-8F49-41D2CE5C290C}" type="presParOf" srcId="{E0BE9C2D-54E6-43D4-A23D-AFB8C62CC840}" destId="{566B5EA3-1291-424C-94AC-120BC98D7541}" srcOrd="0" destOrd="0" presId="urn:microsoft.com/office/officeart/2005/8/layout/architecture"/>
    <dgm:cxn modelId="{0C4B211E-F92B-44A5-B866-6158D99E2FD1}" type="presParOf" srcId="{566B5EA3-1291-424C-94AC-120BC98D7541}" destId="{9150CC7C-0AEC-4861-A9F7-0885FF2C3F62}" srcOrd="0" destOrd="0" presId="urn:microsoft.com/office/officeart/2005/8/layout/architecture"/>
    <dgm:cxn modelId="{14E5402F-5A62-45F4-B144-AF7E77DDE089}" type="presParOf" srcId="{566B5EA3-1291-424C-94AC-120BC98D7541}" destId="{93456DB5-EE85-49A6-BEC7-2820DC2F098B}" srcOrd="1" destOrd="0" presId="urn:microsoft.com/office/officeart/2005/8/layout/architecture"/>
    <dgm:cxn modelId="{9A68DB67-FA83-40E5-BA3E-6A39033F016A}" type="presParOf" srcId="{566B5EA3-1291-424C-94AC-120BC98D7541}" destId="{15821928-0038-4278-9697-ABF0FDF78011}" srcOrd="2" destOrd="0" presId="urn:microsoft.com/office/officeart/2005/8/layout/architecture"/>
    <dgm:cxn modelId="{CAB43252-41DC-4398-B806-F3DE715EE921}" type="presParOf" srcId="{15821928-0038-4278-9697-ABF0FDF78011}" destId="{84D30FB2-29DE-45AB-933B-BC800E77E1F3}" srcOrd="0" destOrd="0" presId="urn:microsoft.com/office/officeart/2005/8/layout/architecture"/>
    <dgm:cxn modelId="{BB2799AB-8C51-46AC-A5BD-2DA9ACEAC155}" type="presParOf" srcId="{84D30FB2-29DE-45AB-933B-BC800E77E1F3}" destId="{2599D9BF-4452-4E95-8B26-6531EF9203F6}" srcOrd="0" destOrd="0" presId="urn:microsoft.com/office/officeart/2005/8/layout/architecture"/>
    <dgm:cxn modelId="{23D99620-58F7-48C1-9103-3158C30942DA}" type="presParOf" srcId="{84D30FB2-29DE-45AB-933B-BC800E77E1F3}" destId="{C387ECC1-87B8-44FB-88BA-6A8810403E39}" srcOrd="1" destOrd="0" presId="urn:microsoft.com/office/officeart/2005/8/layout/architecture"/>
    <dgm:cxn modelId="{B1552AC0-61FB-4718-8AA0-B357267E28D1}" type="presParOf" srcId="{84D30FB2-29DE-45AB-933B-BC800E77E1F3}" destId="{7432F046-5F20-4207-9532-AFFB95B03A3A}" srcOrd="2" destOrd="0" presId="urn:microsoft.com/office/officeart/2005/8/layout/architecture"/>
    <dgm:cxn modelId="{F42C166D-F08A-4FC1-9E51-0538E640CDAA}" type="presParOf" srcId="{7432F046-5F20-4207-9532-AFFB95B03A3A}" destId="{8389CB6B-D8CC-48C5-8590-A68C5C6B7F19}" srcOrd="0" destOrd="0" presId="urn:microsoft.com/office/officeart/2005/8/layout/architecture"/>
    <dgm:cxn modelId="{182E4082-0744-4D05-86B7-9B7ABB8A6489}" type="presParOf" srcId="{8389CB6B-D8CC-48C5-8590-A68C5C6B7F19}" destId="{66B1B1BD-F75B-46EC-9BF1-4214675C4212}" srcOrd="0" destOrd="0" presId="urn:microsoft.com/office/officeart/2005/8/layout/architecture"/>
    <dgm:cxn modelId="{7E7972D9-7189-46CA-BF7E-41102360223D}" type="presParOf" srcId="{8389CB6B-D8CC-48C5-8590-A68C5C6B7F19}" destId="{3E439196-0D90-4140-BF8A-C262763D1E6A}" srcOrd="1" destOrd="0" presId="urn:microsoft.com/office/officeart/2005/8/layout/architecture"/>
    <dgm:cxn modelId="{4DFAC52F-6AF2-4875-AF5B-BC841E51680E}" type="presParOf" srcId="{7432F046-5F20-4207-9532-AFFB95B03A3A}" destId="{A12CE847-89EC-4C08-A3FA-FE8D023143A5}" srcOrd="1" destOrd="0" presId="urn:microsoft.com/office/officeart/2005/8/layout/architecture"/>
    <dgm:cxn modelId="{7BB6145D-7422-4494-83F1-A5D05928148D}" type="presParOf" srcId="{7432F046-5F20-4207-9532-AFFB95B03A3A}" destId="{5F8D8343-FE5D-45DF-B627-062869BD9F9F}" srcOrd="2" destOrd="0" presId="urn:microsoft.com/office/officeart/2005/8/layout/architecture"/>
    <dgm:cxn modelId="{DBC1FA88-C3E0-4116-9CA9-0D2FC609F749}" type="presParOf" srcId="{5F8D8343-FE5D-45DF-B627-062869BD9F9F}" destId="{DCD2E559-0A7A-4984-AB43-AF2FEAEA48DE}" srcOrd="0" destOrd="0" presId="urn:microsoft.com/office/officeart/2005/8/layout/architecture"/>
    <dgm:cxn modelId="{8D8922E0-00F6-4247-97A4-AE33432CD589}" type="presParOf" srcId="{5F8D8343-FE5D-45DF-B627-062869BD9F9F}" destId="{FE544660-551C-4789-8C5E-6F44DD403F98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CA33D7-2086-475A-A6C1-EDFE0634FB98}">
      <dsp:nvSpPr>
        <dsp:cNvPr id="0" name=""/>
        <dsp:cNvSpPr/>
      </dsp:nvSpPr>
      <dsp:spPr>
        <a:xfrm>
          <a:off x="1206" y="1565190"/>
          <a:ext cx="10513186" cy="401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attachments</a:t>
          </a:r>
        </a:p>
      </dsp:txBody>
      <dsp:txXfrm>
        <a:off x="12964" y="1576948"/>
        <a:ext cx="10489670" cy="377933"/>
      </dsp:txXfrm>
    </dsp:sp>
    <dsp:sp modelId="{DBD45AE1-0F25-40E5-9B34-BC58528B222B}">
      <dsp:nvSpPr>
        <dsp:cNvPr id="0" name=""/>
        <dsp:cNvSpPr/>
      </dsp:nvSpPr>
      <dsp:spPr>
        <a:xfrm>
          <a:off x="1206" y="1043551"/>
          <a:ext cx="3363143" cy="401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Blog</a:t>
          </a:r>
        </a:p>
      </dsp:txBody>
      <dsp:txXfrm>
        <a:off x="12964" y="1055309"/>
        <a:ext cx="3339627" cy="377933"/>
      </dsp:txXfrm>
    </dsp:sp>
    <dsp:sp modelId="{A77DEA38-1B03-482B-ADDF-4F5B0994E855}">
      <dsp:nvSpPr>
        <dsp:cNvPr id="0" name=""/>
        <dsp:cNvSpPr/>
      </dsp:nvSpPr>
      <dsp:spPr>
        <a:xfrm>
          <a:off x="3646854" y="1043551"/>
          <a:ext cx="6867539" cy="401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Accounting</a:t>
          </a:r>
        </a:p>
      </dsp:txBody>
      <dsp:txXfrm>
        <a:off x="3658612" y="1055309"/>
        <a:ext cx="6844023" cy="377933"/>
      </dsp:txXfrm>
    </dsp:sp>
    <dsp:sp modelId="{31091A19-0458-40D0-9613-8275364A5EFB}">
      <dsp:nvSpPr>
        <dsp:cNvPr id="0" name=""/>
        <dsp:cNvSpPr/>
      </dsp:nvSpPr>
      <dsp:spPr>
        <a:xfrm>
          <a:off x="3646854" y="521911"/>
          <a:ext cx="3363143" cy="401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Organization</a:t>
          </a:r>
        </a:p>
      </dsp:txBody>
      <dsp:txXfrm>
        <a:off x="3658612" y="533669"/>
        <a:ext cx="3339627" cy="377933"/>
      </dsp:txXfrm>
    </dsp:sp>
    <dsp:sp modelId="{B4F1293F-0EC5-405A-B9AF-0E8807965F2E}">
      <dsp:nvSpPr>
        <dsp:cNvPr id="0" name=""/>
        <dsp:cNvSpPr/>
      </dsp:nvSpPr>
      <dsp:spPr>
        <a:xfrm>
          <a:off x="3646854" y="271"/>
          <a:ext cx="3363143" cy="401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Project manager</a:t>
          </a:r>
          <a:endParaRPr lang="en-US" sz="1700" kern="1200" dirty="0"/>
        </a:p>
      </dsp:txBody>
      <dsp:txXfrm>
        <a:off x="3658612" y="12029"/>
        <a:ext cx="3339627" cy="377933"/>
      </dsp:txXfrm>
    </dsp:sp>
    <dsp:sp modelId="{0B35DD82-C04B-4EEB-B285-4B405830273E}">
      <dsp:nvSpPr>
        <dsp:cNvPr id="0" name=""/>
        <dsp:cNvSpPr/>
      </dsp:nvSpPr>
      <dsp:spPr>
        <a:xfrm>
          <a:off x="7151249" y="521911"/>
          <a:ext cx="3363143" cy="401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Market</a:t>
          </a:r>
        </a:p>
      </dsp:txBody>
      <dsp:txXfrm>
        <a:off x="7163007" y="533669"/>
        <a:ext cx="3339627" cy="377933"/>
      </dsp:txXfrm>
    </dsp:sp>
    <dsp:sp modelId="{429E5A08-66DB-4629-92DA-957C4F28EF84}">
      <dsp:nvSpPr>
        <dsp:cNvPr id="0" name=""/>
        <dsp:cNvSpPr/>
      </dsp:nvSpPr>
      <dsp:spPr>
        <a:xfrm>
          <a:off x="7151249" y="271"/>
          <a:ext cx="3363143" cy="401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cafe</a:t>
          </a:r>
          <a:endParaRPr lang="en-US" sz="1700" kern="1200" dirty="0"/>
        </a:p>
      </dsp:txBody>
      <dsp:txXfrm>
        <a:off x="7163007" y="12029"/>
        <a:ext cx="3339627" cy="3779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4233B-772A-4BCC-B8A3-5078E7F5FB79}">
      <dsp:nvSpPr>
        <dsp:cNvPr id="0" name=""/>
        <dsp:cNvSpPr/>
      </dsp:nvSpPr>
      <dsp:spPr>
        <a:xfrm>
          <a:off x="1866" y="1565190"/>
          <a:ext cx="10511867" cy="401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Utility</a:t>
          </a:r>
          <a:endParaRPr lang="en-US" sz="1700" kern="1200" dirty="0"/>
        </a:p>
      </dsp:txBody>
      <dsp:txXfrm>
        <a:off x="13624" y="1576948"/>
        <a:ext cx="10488351" cy="377933"/>
      </dsp:txXfrm>
    </dsp:sp>
    <dsp:sp modelId="{9150CC7C-0AEC-4861-A9F7-0885FF2C3F62}">
      <dsp:nvSpPr>
        <dsp:cNvPr id="0" name=""/>
        <dsp:cNvSpPr/>
      </dsp:nvSpPr>
      <dsp:spPr>
        <a:xfrm>
          <a:off x="1866" y="1043551"/>
          <a:ext cx="10511867" cy="401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Authentication</a:t>
          </a:r>
        </a:p>
      </dsp:txBody>
      <dsp:txXfrm>
        <a:off x="13624" y="1055309"/>
        <a:ext cx="10488351" cy="377933"/>
      </dsp:txXfrm>
    </dsp:sp>
    <dsp:sp modelId="{2599D9BF-4452-4E95-8B26-6531EF9203F6}">
      <dsp:nvSpPr>
        <dsp:cNvPr id="0" name=""/>
        <dsp:cNvSpPr/>
      </dsp:nvSpPr>
      <dsp:spPr>
        <a:xfrm>
          <a:off x="1866" y="521911"/>
          <a:ext cx="10511867" cy="401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messenger</a:t>
          </a:r>
          <a:endParaRPr lang="en-US" sz="1700" kern="1200" dirty="0"/>
        </a:p>
      </dsp:txBody>
      <dsp:txXfrm>
        <a:off x="13624" y="533669"/>
        <a:ext cx="10488351" cy="377933"/>
      </dsp:txXfrm>
    </dsp:sp>
    <dsp:sp modelId="{66B1B1BD-F75B-46EC-9BF1-4214675C4212}">
      <dsp:nvSpPr>
        <dsp:cNvPr id="0" name=""/>
        <dsp:cNvSpPr/>
      </dsp:nvSpPr>
      <dsp:spPr>
        <a:xfrm>
          <a:off x="1866" y="271"/>
          <a:ext cx="5201319" cy="401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core</a:t>
          </a:r>
        </a:p>
      </dsp:txBody>
      <dsp:txXfrm>
        <a:off x="13624" y="12029"/>
        <a:ext cx="5177803" cy="377933"/>
      </dsp:txXfrm>
    </dsp:sp>
    <dsp:sp modelId="{DCD2E559-0A7A-4984-AB43-AF2FEAEA48DE}">
      <dsp:nvSpPr>
        <dsp:cNvPr id="0" name=""/>
        <dsp:cNvSpPr/>
      </dsp:nvSpPr>
      <dsp:spPr>
        <a:xfrm>
          <a:off x="5312413" y="271"/>
          <a:ext cx="5201319" cy="401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Log</a:t>
          </a:r>
          <a:endParaRPr lang="en-US" sz="1700" kern="1200" dirty="0"/>
        </a:p>
      </dsp:txBody>
      <dsp:txXfrm>
        <a:off x="5324171" y="12029"/>
        <a:ext cx="5177803" cy="377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2C5A4-38BE-6A89-0205-AEB0C86F3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1EC61-BBFF-0836-BD26-6330DC6A8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A3F61-38FF-0212-0643-A586E3F2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3515B-DE0F-4DB8-9790-70A4D417D5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34E9B-E4CF-3936-CFA6-7D38785D1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C2A20-41AF-CF97-246D-1779BDEB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C388-ED9F-4B67-B7B7-1D989AAC6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148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2338-7893-2AEB-80F8-1773FC3EB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AADA1-F2E3-8892-A334-C57578937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2E0DA-3B91-FBE2-A7E4-33A779C3C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3515B-DE0F-4DB8-9790-70A4D417D5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008C6-096B-9AB5-B937-6295CA14B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5D7BF-4F48-5EAC-EE31-EDC16EEC2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C388-ED9F-4B67-B7B7-1D989AAC6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10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5E525-7DC2-F767-D9D1-0E3896CB6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F5422-8F19-60E2-463A-68CB60A9A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E4951-E8DC-1F95-0C90-231518B1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3515B-DE0F-4DB8-9790-70A4D417D5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ADFAE-FACE-7E0F-C673-2E1861E63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1C19C-0700-34ED-941A-E4B960B9D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C388-ED9F-4B67-B7B7-1D989AAC6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49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DBF5-0C01-D779-2D83-0C8D93F14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7AA11-1429-EECC-28C5-42558BAAA5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F573C-7D60-B89B-5E35-B02A11BE1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88F68-A1B7-9A15-0179-B494BC331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3515B-DE0F-4DB8-9790-70A4D417D5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330A8-6AA7-CC0C-B397-73FE8CB05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744D8-7D4B-0CBE-D7C7-59859EC3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C388-ED9F-4B67-B7B7-1D989AAC6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0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0F6A8-3C21-B764-D01B-DCFA36B7E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6037E-2032-B0F6-074D-70F53978F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E59CC-256E-A92F-0329-131E09CBA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A9659-2EB2-48C3-E622-2ECD31F2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A916C3-5DB0-6AF9-80BD-1A51EB2D4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2E8921-DE11-C3ED-7FBD-32D251EA8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3515B-DE0F-4DB8-9790-70A4D417D5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741BE-22ED-3917-1776-0176788E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0CBFC-F1F6-9ADB-DC4F-682C1C9CE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C388-ED9F-4B67-B7B7-1D989AAC6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17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83245-5CC9-B253-BCF7-4956D9EF9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0F8389-D10A-FCA3-B7A1-22DF1F828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3515B-DE0F-4DB8-9790-70A4D417D5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02D65-BC51-E88C-0CAD-C63A521B8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3D532-F813-6C2F-1C37-251328D2D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C388-ED9F-4B67-B7B7-1D989AAC6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66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889F66-BCEC-1599-C423-D8DB192F7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3515B-DE0F-4DB8-9790-70A4D417D5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09F7D-F2CC-7BD5-8870-7AEFAE62B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8823D-A77D-4567-846C-E77E29C93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C388-ED9F-4B67-B7B7-1D989AAC6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37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6AE58-A78F-1957-5C29-FD5025919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F3CF0-9321-87C9-7AA8-E2A3B6F5A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86896-0103-8A4C-6D8D-8C5E3507D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27A276-AC0D-D4CA-BC6B-DA97578E4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3515B-DE0F-4DB8-9790-70A4D417D5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611BC-CE55-F96F-7E22-ECE1DD6E9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8EF33-F6DF-2E3F-AE92-2E68305B6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C388-ED9F-4B67-B7B7-1D989AAC6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53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F1AC8-FC49-6323-903B-88BE83C9F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7D65B5-CBBD-9335-946F-445E2F84F5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E3281-4928-5DCA-31AB-1AB2D5F24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76143-D627-C328-7380-129F7A083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3515B-DE0F-4DB8-9790-70A4D417D5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529AF-3602-707C-EC32-5F31C79B1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CF9C9-59AE-D8E5-ABF7-33047D75A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C388-ED9F-4B67-B7B7-1D989AAC6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29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C0A4D-66AA-D52E-69D9-C8283BBF8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19443-F840-2530-53EF-36454073F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8F07A-EBAF-F420-83E8-51F38C95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3515B-DE0F-4DB8-9790-70A4D417D5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ADFFF-762C-0B27-B1B0-A3133FA2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D12DE-90E5-7D5C-50C7-B1AE1FA4B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C388-ED9F-4B67-B7B7-1D989AAC6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90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56D2AD-6251-3B45-963A-3E9F816679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F4A02E-F761-6398-A46B-27519E22F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84CB4-A6D9-5C1B-2535-8CA5CDF2A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3515B-DE0F-4DB8-9790-70A4D417D5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B31A5-1566-04B6-147C-906D9FEBC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CFC91-27D7-FEC1-5E31-DAE06DEF4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CC388-ED9F-4B67-B7B7-1D989AAC6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B262D4-2D37-6D08-2002-050C2920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75CDB-6C8F-6C51-EAE2-9358D15B7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27606-82CC-94C0-B91B-9A8245D01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3515B-DE0F-4DB8-9790-70A4D417D5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18F6B-9027-D024-5759-A2B317818F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86208-1E89-E106-F6E0-02001F4B1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CC388-ED9F-4B67-B7B7-1D989AAC6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73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1FF3-B75C-40EE-3358-0A367DDC41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Phoenix 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39B29-9EAA-B937-FA44-3646B8453B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88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ECBC-F105-DBA8-8681-8628EAC95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039A23-280C-0EA4-F857-22D37D7340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2853297"/>
              </p:ext>
            </p:extLst>
          </p:nvPr>
        </p:nvGraphicFramePr>
        <p:xfrm>
          <a:off x="609600" y="2509837"/>
          <a:ext cx="10515600" cy="1966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0873B67F-FA26-0F9D-8895-B136071BAF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1813434"/>
              </p:ext>
            </p:extLst>
          </p:nvPr>
        </p:nvGraphicFramePr>
        <p:xfrm>
          <a:off x="609600" y="4581525"/>
          <a:ext cx="10515600" cy="1966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24479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Phoenix 12</vt:lpstr>
      <vt:lpstr>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hossein moghimi</dc:creator>
  <cp:lastModifiedBy>hossein moghimi</cp:lastModifiedBy>
  <cp:revision>4</cp:revision>
  <dcterms:created xsi:type="dcterms:W3CDTF">2026-05-21T12:35:49Z</dcterms:created>
  <dcterms:modified xsi:type="dcterms:W3CDTF">2026-05-21T20:51:38Z</dcterms:modified>
</cp:coreProperties>
</file>